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Presentasi Website MI An-Nur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Versi awal statis untuk pengenalan sekolah berbasis web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Tujuan Website MI An-Nur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Menjadi media informasi resmi sekolah</a:t>
            </a:r>
          </a:p>
          <a:p>
            <a:pPr/>
            <a:r>
              <a:t>Meningkatkan kepercayaan masyarakat terhadap sekolah</a:t>
            </a:r>
          </a:p>
          <a:p>
            <a:pPr/>
            <a:r>
              <a:t>Mempermudah akses informasi PPDB dan kegiatan sekolah</a:t>
            </a:r>
          </a:p>
          <a:p>
            <a:pPr/>
            <a:r>
              <a:t>Menunjukkan profesionalisme sekolah di era digital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Fitur Website Saat Ini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Halaman Beranda dengan info singkat sekolah</a:t>
            </a:r>
          </a:p>
          <a:p>
            <a:pPr/>
            <a:r>
              <a:t>Profil lengkap sekolah (Tentang MI An-Nur)</a:t>
            </a:r>
          </a:p>
          <a:p>
            <a:pPr/>
            <a:r>
              <a:t>Informasi PPDB (Penerimaan Peserta Didik Baru)</a:t>
            </a:r>
          </a:p>
          <a:p>
            <a:pPr/>
            <a:r>
              <a:t>Galeri foto kegiatan sekolah</a:t>
            </a:r>
          </a:p>
          <a:p>
            <a:pPr/>
            <a:r>
              <a:t>Kontak dan alamat sekolah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Pengembangan Website ke Depan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Migrasi ke Next.js untuk performa dan fleksibilitas lebih baik</a:t>
            </a:r>
          </a:p>
          <a:p>
            <a:pPr/>
            <a:r>
              <a:t>Fitur pendaftaran online PPDB</a:t>
            </a:r>
          </a:p>
          <a:p>
            <a:pPr/>
            <a:r>
              <a:t>Dashboard admin untuk update konten oleh pihak sekolah</a:t>
            </a:r>
          </a:p>
          <a:p>
            <a:pPr/>
            <a:r>
              <a:t>Login wali murid / siswa untuk informasi akademik</a:t>
            </a:r>
          </a:p>
          <a:p>
            <a:pPr/>
            <a:r>
              <a:t>Integrasi dengan media sosial dan Google Maps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Perkiraan Biaya Hosting &amp; Domain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Domain .sch.id: ±Rp 60.000 – Rp 100.000/tahun (Niagahoster / IDCloudhost)</a:t>
            </a:r>
          </a:p>
          <a:p>
            <a:pPr/>
            <a:r>
              <a:t>Hosting statis (Netlify/Vercel): Gratis</a:t>
            </a:r>
          </a:p>
          <a:p>
            <a:pPr/>
            <a:r>
              <a:t>Shared Hosting (jika dinamis): Rp 200.000 – Rp 400.000/tahun</a:t>
            </a:r>
          </a:p>
          <a:p>
            <a:pPr/>
            <a:r>
              <a:t>Opsional SSL (https): Gratis (Let's Encrypt)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Status Data &amp; Konten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Konten saat ini bersifat dummy / sementara</a:t>
            </a:r>
          </a:p>
          <a:p>
            <a:pPr/>
            <a:r>
              <a:t>Data siswa, guru, jadwal dan kurikulum akan disesuaikan jika diizinkan</a:t>
            </a:r>
          </a:p>
          <a:p>
            <a:pPr/>
            <a:r>
              <a:t>Konten dapat diperbarui secara bertahap sesuai kebutuhan dan masukan sekolah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Penutup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Website ini adalah langkah awal menuju digitalisasi informasi sekolah</a:t>
            </a:r>
          </a:p>
          <a:p>
            <a:pPr/>
            <a:r>
              <a:t>Dibuat dengan teknologi ringan dan mudah dikembangkan</a:t>
            </a:r>
          </a:p>
          <a:p>
            <a:pPr/>
            <a:r>
              <a:t>Harapannya sekolah dapat meninjau dan menyetujui untuk dipublikasikan resmi</a:t>
            </a:r>
          </a:p>
          <a:p>
            <a:pPr/>
            <a:r>
              <a:t>Selanjutnya dapat ditambahkan fitur sesuai kebutuhan sekolah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